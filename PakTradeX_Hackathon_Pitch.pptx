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4D399"/>
                </a:solidFill>
              </a:defRPr>
            </a:pPr>
            <a:r>
              <a:t>🇵🇰 PakTradeX</a:t>
            </a:r>
          </a:p>
          <a:p>
            <a:pPr>
              <a:spcBef>
                <a:spcPts val="1200"/>
              </a:spcBef>
              <a:defRPr sz="2000" b="1">
                <a:solidFill>
                  <a:srgbClr val="F8FAFC"/>
                </a:solidFill>
              </a:defRPr>
            </a:pPr>
            <a:r>
              <a:t>Pakistan's Premier Next-Gen PSX Trading &amp; Investment Platform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Democratizing retail stock market participation through real-time PSX data, risk-free simulation, and AI-powered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8869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⚡ Full-Stack Flutter &amp; FastAPI  •  📊 Real PSX Market Feed  •  🛡️ 1-Time KYC &amp; Raast Rails  •  🤖 Gemini AI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1. PROBLEM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 &amp; Who It Affects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less than 0.1% of Pakistan's 240M population invests in equities.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01. Massive Financial Exclusion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Less than 250,000 active individual investor accounts exist in PSX out of 240M+ citizens due to high perceived risk and zero practical learning avenues.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02. Intimidating &amp; Outdated Tools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Existing broker portals are clunky, desktop-bound, lack paper-trading sandboxes, and offer no modern mobile-first user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03. Complex Onboarding &amp; Friction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Lengthy physical documentation, absence of instant KYC verification, and lack of integration with modern digital rails (Raast, JazzCash).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2.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Our Solution &amp;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institutional-grade trading terminal built for the next generation of Pakistani investors.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✨ Interactive Paper Trading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Risk-free virtual portfolio (1,000,000 PKR virtual balance) running on live PSX market prices with Market &amp; Limit order execution.</a:t>
            </a:r>
          </a:p>
          <a:p>
            <a:pPr>
              <a:spcBef>
                <a:spcPts val="600"/>
              </a:spcBef>
              <a:defRPr sz="1000" b="1">
                <a:solidFill>
                  <a:srgbClr val="FBBF24"/>
                </a:solidFill>
              </a:defRPr>
            </a:pPr>
            <a:r>
              <a:t>Target: Aspiring Retail Investors &amp;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✨ Shariah-Compliant Screening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Dedicated KMI-30 tracking and automatic Islamic Shariah compliance tags for halal equity investing.</a:t>
            </a:r>
          </a:p>
          <a:p>
            <a:pPr>
              <a:spcBef>
                <a:spcPts val="600"/>
              </a:spcBef>
              <a:defRPr sz="1000" b="1">
                <a:solidFill>
                  <a:srgbClr val="FBBF24"/>
                </a:solidFill>
              </a:defRPr>
            </a:pPr>
            <a:r>
              <a:t>Target: Ethical &amp; Shariah-Conscious Investors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✨ Instant Digital Rails &amp; KYC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Simulated SECP-compliant 1-time KYC (CNIC + Bank account binding) with instant Raast, IBFT, JazzCash &amp; EasyPaisa payments.</a:t>
            </a:r>
          </a:p>
          <a:p>
            <a:pPr>
              <a:spcBef>
                <a:spcPts val="600"/>
              </a:spcBef>
              <a:defRPr sz="1000" b="1">
                <a:solidFill>
                  <a:srgbClr val="FBBF24"/>
                </a:solidFill>
              </a:defRPr>
            </a:pPr>
            <a:r>
              <a:t>Target: Digital-First Youth &amp; Mobile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25196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38912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✨ Gemini AI Market Copilot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On-demand company fundamental breakdown, live sentiment analysis, and risk rulebook summaries in plain Urdu &amp; English.</a:t>
            </a:r>
          </a:p>
          <a:p>
            <a:pPr>
              <a:spcBef>
                <a:spcPts val="600"/>
              </a:spcBef>
              <a:defRPr sz="1000" b="1">
                <a:solidFill>
                  <a:srgbClr val="FBBF24"/>
                </a:solidFill>
              </a:defRPr>
            </a:pPr>
            <a:r>
              <a:t>Target: Everyday Traders seeking Alpha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MARKET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Need It Addresses &amp; The Impact It Makes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Empowering individuals, accelerating capital formation, and fostering financial literacy.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📈 Educational Empowerment</a:t>
            </a:r>
          </a:p>
          <a:p>
            <a:pPr>
              <a:spcBef>
                <a:spcPts val="800"/>
              </a:spcBef>
              <a:defRPr sz="1600" b="1">
                <a:solidFill>
                  <a:srgbClr val="34D399"/>
                </a:solidFill>
              </a:defRPr>
            </a:pPr>
            <a:r>
              <a:t>Financial Literacy at Scale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Converts passive savers battling inflation into informed equity investors by providing a zero-risk educational sandbox with real market dynamics.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💰 Economic Growth</a:t>
            </a:r>
          </a:p>
          <a:p>
            <a:pPr>
              <a:spcBef>
                <a:spcPts val="800"/>
              </a:spcBef>
              <a:defRPr sz="1600" b="1">
                <a:solidFill>
                  <a:srgbClr val="34D399"/>
                </a:solidFill>
              </a:defRPr>
            </a:pPr>
            <a:r>
              <a:t>Capital Market Inflow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Prepares everyday citizens with hands-on trading experience so they transition confidently into real CDC-regulated broker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🌐 Financial Inclusion</a:t>
            </a:r>
          </a:p>
          <a:p>
            <a:pPr>
              <a:spcBef>
                <a:spcPts val="800"/>
              </a:spcBef>
              <a:defRPr sz="1600" b="1">
                <a:solidFill>
                  <a:srgbClr val="34D399"/>
                </a:solidFill>
              </a:defRPr>
            </a:pPr>
            <a:r>
              <a:t>Inclusive Digital Finance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Bridges the gap between modern fintech (Raast / Microfinance wallets) and traditional PSX equity brokers through frictionless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4.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Innovation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High-frequency reactive client architecture backed by asynchronous Python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Flutter 3.x + Riverpod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Cross-platform client with reactive state management, sub-second price animations, and zero-downtime offline fallback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FastAPI + Async Python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High-concurrency backend (Python 3.11) with non-blocking endpoints, WebSockets, and SQLite / PostgreSQL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Live PSX Engine via Yahoo Finance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Concurrent multi-threaded pipeline querying PSX (.KA tickers) with real 5-day OHLCV candles &amp; 5-level order book depth.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251960"/>
            <a:ext cx="52578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38912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Google Gemini AI Copilot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Integrated Generative AI financial assistant answering fundamental questions and generating daily KSE market briefs.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5. EXECUTION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Feasibility &amp; What We Have Actually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Not a concept — a complete, working, production-tested mobile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📱 Production Mobile App (APK) — </a:t>
            </a:r>
            <a:r>
              <a:rPr sz="1100" b="0">
                <a:solidFill>
                  <a:srgbClr val="F8FAFC"/>
                </a:solidFill>
              </a:rPr>
              <a:t>Built &amp; compiled release APK (53.6 MB) with 100% working UI, navigation, and persistent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16352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🔴 Live PSX Ticker Feed (31 Stocks) — </a:t>
            </a:r>
            <a:r>
              <a:rPr sz="1100" b="0">
                <a:solidFill>
                  <a:srgbClr val="F8FAFC"/>
                </a:solidFill>
              </a:rPr>
              <a:t>Real live prices for MCB (402.68), UBL (458.70), MEBL (574.34), SYS (130.82), OGDC (325.20), etc.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12464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8561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⚡ Order Engine &amp; Depth Charts — </a:t>
            </a:r>
            <a:r>
              <a:rPr sz="1100" b="0">
                <a:solidFill>
                  <a:srgbClr val="F8FAFC"/>
                </a:solidFill>
              </a:rPr>
              <a:t>Live Market/Limit buy &amp; sell execution, order book depth, portfolio calculation, and transaction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08576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817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🛡️ SECP KYC &amp; Raast Deposit Rails — </a:t>
            </a:r>
            <a:r>
              <a:rPr sz="1100" b="0">
                <a:solidFill>
                  <a:srgbClr val="F8FAFC"/>
                </a:solidFill>
              </a:rPr>
              <a:t>1-Time CNIC verification modal, Bank account binding, and Raast/JazzCash deposit &amp; withdrawal simulation.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04688"/>
            <a:ext cx="10725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🧪 100% Automated Test Coverage — </a:t>
            </a:r>
            <a:r>
              <a:rPr sz="1100" b="0">
                <a:solidFill>
                  <a:srgbClr val="F8FAFC"/>
                </a:solidFill>
              </a:rPr>
              <a:t>18/18 Unit &amp; Widget test suites passed with automated GitHub Actions CI/CD release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