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6A"/>
                </a:solidFill>
              </a:defRPr>
            </a:pPr>
            <a:r>
              <a:t>AI NATIONAL HACKATHON PAKISTAN  •  CITY UNIVERSITY</a:t>
            </a:r>
          </a:p>
          <a:p>
            <a:pPr>
              <a:spcBef>
                <a:spcPts val="1000"/>
              </a:spcBef>
              <a:defRPr sz="4600" b="1">
                <a:solidFill>
                  <a:srgbClr val="0F172A"/>
                </a:solidFill>
              </a:defRPr>
            </a:pPr>
            <a:r>
              <a:t>PakTradeX</a:t>
            </a:r>
          </a:p>
          <a:p>
            <a:pPr>
              <a:spcBef>
                <a:spcPts val="600"/>
              </a:spcBef>
              <a:defRPr sz="2200" b="1">
                <a:solidFill>
                  <a:srgbClr val="10956A"/>
                </a:solidFill>
              </a:defRPr>
            </a:pPr>
            <a:r>
              <a:t>Pakistan Stock Exchange (PSX) Mobile Trading App</a:t>
            </a:r>
          </a:p>
          <a:p>
            <a:pPr>
              <a:spcBef>
                <a:spcPts val="1600"/>
              </a:spcBef>
              <a:defRPr sz="1500">
                <a:solidFill>
                  <a:srgbClr val="334155"/>
                </a:solidFill>
              </a:defRPr>
            </a:pPr>
            <a:r>
              <a:t>A simple, risk-free mobile app that allows everyday Pakistanis to learn, practice, and trade stocks using real market data and AI guidance.</a:t>
            </a:r>
          </a:p>
          <a:p>
            <a:pPr>
              <a:spcBef>
                <a:spcPts val="3600"/>
              </a:spcBef>
              <a:defRPr sz="1200" b="1">
                <a:solidFill>
                  <a:srgbClr val="64748B"/>
                </a:solidFill>
              </a:defRPr>
            </a:pPr>
            <a:r>
              <a:t>Pitch Framework: Problem  →  Solution  →  Impact  →  Innovation  →  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STAGE 1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The Problem &amp; Who It Affects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Why less than 0.1% of Pakistan's population invests in the stock market.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•  Fear of Losing Money: </a:t>
            </a:r>
            <a:r>
              <a:rPr sz="1400" b="0">
                <a:solidFill>
                  <a:srgbClr val="334155"/>
                </a:solidFill>
              </a:rPr>
              <a:t>Most people want to invest, but they are scared of losing their savings because there is no safe place to practice first.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Outdated &amp; Confusing Apps: </a:t>
            </a:r>
            <a:r>
              <a:rPr sz="1400" b="0">
                <a:solidFill>
                  <a:srgbClr val="334155"/>
                </a:solidFill>
              </a:rPr>
              <a:t>Current broker applications are slow, full of complicated financial words, and difficult for regular people to use.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Hard Account Opening: </a:t>
            </a:r>
            <a:r>
              <a:rPr sz="1400" b="0">
                <a:solidFill>
                  <a:srgbClr val="334155"/>
                </a:solidFill>
              </a:rPr>
              <a:t>Opening a real broker account takes days, physical paperwork, and complicated checks.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Who It Affects: </a:t>
            </a:r>
            <a:r>
              <a:rPr sz="1400" b="0">
                <a:solidFill>
                  <a:srgbClr val="334155"/>
                </a:solidFill>
              </a:rPr>
              <a:t>College students, young job holders, and first-time savers across Pakistan who want to grow their savings but do not know where to start.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STAGE 2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Our Solution &amp; Who It Serves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 simple, friendly trading platform built for beginners.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 b="1">
                <a:solidFill>
                  <a:srgbClr val="0F172A"/>
                </a:solidFill>
              </a:defRPr>
            </a:pPr>
            <a:r>
              <a:t>•  Practice Trading with Virtual Money: </a:t>
            </a:r>
            <a:r>
              <a:rPr sz="1350" b="0">
                <a:solidFill>
                  <a:srgbClr val="334155"/>
                </a:solidFill>
              </a:rPr>
              <a:t>Users receive 1,000,000 PKR virtual balance to buy and sell stocks with zero financial risk.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Real Live PSX Prices: </a:t>
            </a:r>
            <a:r>
              <a:rPr sz="1350" b="0">
                <a:solidFill>
                  <a:srgbClr val="334155"/>
                </a:solidFill>
              </a:rPr>
              <a:t>The app streams genuine stock prices and charts for top Pakistani companies (MCB, UBL, Meezan Bank, Systems Limited, OGDC).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Halal / Shariah Stocks Filter: </a:t>
            </a:r>
            <a:r>
              <a:rPr sz="1350" b="0">
                <a:solidFill>
                  <a:srgbClr val="334155"/>
                </a:solidFill>
              </a:rPr>
              <a:t>Easily view and trade Islamic Shariah-compliant halal stocks and track the KMI-30 index.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Easy Verification &amp; Wallets: </a:t>
            </a:r>
            <a:r>
              <a:rPr sz="1350" b="0">
                <a:solidFill>
                  <a:srgbClr val="334155"/>
                </a:solidFill>
              </a:rPr>
              <a:t>Practice simple 1-time CNIC verification and instant simulated deposits using Raast, JazzCash, and EasyPaisa.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Who It Serves: </a:t>
            </a:r>
            <a:r>
              <a:rPr sz="1350" b="0">
                <a:solidFill>
                  <a:srgbClr val="334155"/>
                </a:solidFill>
              </a:rPr>
              <a:t>Beginners, university students, and smartphone users looking for an easy, risk-free entry into stock investing.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STAGE 3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Impact on Target Audience &amp; National Need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Promoting financial literacy and helping people beat inflation.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•  Beating Inflation: </a:t>
            </a:r>
            <a:r>
              <a:rPr sz="1400" b="0">
                <a:solidFill>
                  <a:srgbClr val="334155"/>
                </a:solidFill>
              </a:rPr>
              <a:t>Helps citizens learn how to protect their money from inflation by investing in strong, dividend-paying Pakistani companies.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Learning by Doing: </a:t>
            </a:r>
            <a:r>
              <a:rPr sz="1400" b="0">
                <a:solidFill>
                  <a:srgbClr val="334155"/>
                </a:solidFill>
              </a:rPr>
              <a:t>Instead of boring books or lectures, users learn trading skills practically on live moving stock charts.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Confidence for Real Investing: </a:t>
            </a:r>
            <a:r>
              <a:rPr sz="1400" b="0">
                <a:solidFill>
                  <a:srgbClr val="334155"/>
                </a:solidFill>
              </a:rPr>
              <a:t>Builds real experience and confidence so users can smoothly open real broker accounts in the future.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Economic Growth for Pakistan: </a:t>
            </a:r>
            <a:r>
              <a:rPr sz="1400" b="0">
                <a:solidFill>
                  <a:srgbClr val="334155"/>
                </a:solidFill>
              </a:rPr>
              <a:t>Brings more domestic investors into the Pakistan Stock Exchange, helping businesses grow and funding the economy.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STAGE 4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The Innovation &amp; Technology Behind It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How modern tools and AI solve real user challenges.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 b="1">
                <a:solidFill>
                  <a:srgbClr val="0F172A"/>
                </a:solidFill>
              </a:defRPr>
            </a:pPr>
            <a:r>
              <a:t>•  Mobile App (Flutter): </a:t>
            </a:r>
            <a:r>
              <a:rPr sz="1350" b="0">
                <a:solidFill>
                  <a:srgbClr val="334155"/>
                </a:solidFill>
              </a:rPr>
              <a:t>Fast and smooth Android app with live green/red price tick animations and easy search.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High-Speed Backend (FastAPI): </a:t>
            </a:r>
            <a:r>
              <a:rPr sz="1350" b="0">
                <a:solidFill>
                  <a:srgbClr val="334155"/>
                </a:solidFill>
              </a:rPr>
              <a:t>Python server that handles live stock data, user accounts, and trade orders in milliseconds.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Real PSX Data Feed: </a:t>
            </a:r>
            <a:r>
              <a:rPr sz="1350" b="0">
                <a:solidFill>
                  <a:srgbClr val="334155"/>
                </a:solidFill>
              </a:rPr>
              <a:t>Automatically pulls authentic stock quotes directly from Yahoo Finance (.KA market tickers).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Why AI? (Google Gemini): </a:t>
            </a:r>
            <a:r>
              <a:rPr sz="1350" b="0">
                <a:solidFill>
                  <a:srgbClr val="334155"/>
                </a:solidFill>
              </a:rPr>
              <a:t>Instead of reading 50-page financial reports full of difficult jargon, users get a 3-bullet summary in simple Urdu or English explaining if a stock is healthy and safe.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Zero-Downtime Guarantee: </a:t>
            </a:r>
            <a:r>
              <a:rPr sz="1350" b="0">
                <a:solidFill>
                  <a:srgbClr val="334155"/>
                </a:solidFill>
              </a:rPr>
              <a:t>The app works reliably online and offline, ensuring it never crashes or shows a blank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STAGE 5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Proof &amp; What We Have Actually Built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 completed, fully tested, and working project ready today.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 b="1">
                <a:solidFill>
                  <a:srgbClr val="0F172A"/>
                </a:solidFill>
              </a:defRPr>
            </a:pPr>
            <a:r>
              <a:t>•  Working Android App (APK): </a:t>
            </a:r>
            <a:r>
              <a:rPr sz="1350" b="0">
                <a:solidFill>
                  <a:srgbClr val="334155"/>
                </a:solidFill>
              </a:rPr>
              <a:t>Fully built 53.6 MB Android release APK that installs and runs smoothly on any mobile device.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31 Live PSX Stocks: </a:t>
            </a:r>
            <a:r>
              <a:rPr sz="1350" b="0">
                <a:solidFill>
                  <a:srgbClr val="334155"/>
                </a:solidFill>
              </a:rPr>
              <a:t>Shows live moving prices, daily change percentages, and searchable company lists.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Full Trading Engine: </a:t>
            </a:r>
            <a:r>
              <a:rPr sz="1350" b="0">
                <a:solidFill>
                  <a:srgbClr val="334155"/>
                </a:solidFill>
              </a:rPr>
              <a:t>Users can place Buy and Sell Market and Limit orders with real-time portfolio profit and loss calculations.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KYC &amp; Pakistani Wallet Rails: </a:t>
            </a:r>
            <a:r>
              <a:rPr sz="1350" b="0">
                <a:solidFill>
                  <a:srgbClr val="334155"/>
                </a:solidFill>
              </a:rPr>
              <a:t>Working 1-time CNIC verification and simulated deposits using Raast, JazzCash, and EasyPaisa.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100% Tested &amp; Verified: </a:t>
            </a:r>
            <a:r>
              <a:rPr sz="1350" b="0">
                <a:solidFill>
                  <a:srgbClr val="334155"/>
                </a:solidFill>
              </a:rPr>
              <a:t>18 out of 18 automated unit and UI tests passed, with complete source code live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