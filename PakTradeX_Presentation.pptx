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0956A"/>
                </a:solidFill>
              </a:defRPr>
            </a:pPr>
            <a:r>
              <a:t>PakTradeX</a:t>
            </a:r>
          </a:p>
          <a:p>
            <a:pPr>
              <a:spcBef>
                <a:spcPts val="1200"/>
              </a:spcBef>
              <a:defRPr sz="2400" b="1">
                <a:solidFill>
                  <a:srgbClr val="0F172A"/>
                </a:solidFill>
              </a:defRPr>
            </a:pPr>
            <a:r>
              <a:t>Pakistan Stock Exchange (PSX) Mobile Trading App</a:t>
            </a:r>
          </a:p>
          <a:p>
            <a:pPr>
              <a:spcBef>
                <a:spcPts val="1600"/>
              </a:spcBef>
              <a:defRPr sz="1500">
                <a:solidFill>
                  <a:srgbClr val="334155"/>
                </a:solidFill>
              </a:defRPr>
            </a:pPr>
            <a:r>
              <a:t>A simple, risk-free way for everyday Pakistanis to learn, practice, and trade stocks with real market data.</a:t>
            </a:r>
          </a:p>
          <a:p>
            <a:pPr>
              <a:spcBef>
                <a:spcPts val="3000"/>
              </a:spcBef>
              <a:defRPr sz="1200" b="1">
                <a:solidFill>
                  <a:srgbClr val="64748B"/>
                </a:solidFill>
              </a:defRPr>
            </a:pPr>
            <a:r>
              <a:t>Built with Flutter &amp; FastAPI  •  Live PSX Data  •  100% Free &amp; Risk-Free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SLIDE 01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The Problem &amp; Who It Affects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Why most people in Pakistan stay away from the stock market.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•  Fear of Losing Money: </a:t>
            </a:r>
            <a:r>
              <a:rPr sz="1400" b="0">
                <a:solidFill>
                  <a:srgbClr val="334155"/>
                </a:solidFill>
              </a:rPr>
              <a:t>Most people want to invest in stocks, but they are afraid of losing their hard-earned money because there is no easy way to practice first.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Hard to Use Tools: </a:t>
            </a:r>
            <a:r>
              <a:rPr sz="1400" b="0">
                <a:solidFill>
                  <a:srgbClr val="334155"/>
                </a:solidFill>
              </a:rPr>
              <a:t>Current broker applications are confusing, full of complex jargon, and designed only for experts.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Difficult Account Opening: </a:t>
            </a:r>
            <a:r>
              <a:rPr sz="1400" b="0">
                <a:solidFill>
                  <a:srgbClr val="334155"/>
                </a:solidFill>
              </a:rPr>
              <a:t>Opening a real brokerage account takes days, heavy paperwork, and complex verification.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Who It Affects: </a:t>
            </a:r>
            <a:r>
              <a:rPr sz="1400" b="0">
                <a:solidFill>
                  <a:srgbClr val="334155"/>
                </a:solidFill>
              </a:rPr>
              <a:t>College students, young professionals, and first-time savers across Pakistan who want to grow their money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SLIDE 02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Our Solution &amp; Target Audience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 friendly, mobile-first app designed for beginners and everyday traders.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 b="1">
                <a:solidFill>
                  <a:srgbClr val="0F172A"/>
                </a:solidFill>
              </a:defRPr>
            </a:pPr>
            <a:r>
              <a:t>•  Practice Trading for Free: </a:t>
            </a:r>
            <a:r>
              <a:rPr sz="1350" b="0">
                <a:solidFill>
                  <a:srgbClr val="334155"/>
                </a:solidFill>
              </a:rPr>
              <a:t>Users get 1,000,000 PKR virtual balance to buy and sell real PSX stocks without risking a single rupee.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Real-Time PSX Market Data: </a:t>
            </a:r>
            <a:r>
              <a:rPr sz="1350" b="0">
                <a:solidFill>
                  <a:srgbClr val="334155"/>
                </a:solidFill>
              </a:rPr>
              <a:t>Shows exact live prices, daily gains/losses, and interactive charts for top companies like MCB, UBL, Meezan Bank, Systems Limited, and OGDC.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Halal / Shariah Filter: </a:t>
            </a:r>
            <a:r>
              <a:rPr sz="1350" b="0">
                <a:solidFill>
                  <a:srgbClr val="334155"/>
                </a:solidFill>
              </a:rPr>
              <a:t>Easily view and trade Islamic Shariah-compliant stocks and track the KMI-30 index.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Simple Verification &amp; Easy Money Transfers: </a:t>
            </a:r>
            <a:r>
              <a:rPr sz="1350" b="0">
                <a:solidFill>
                  <a:srgbClr val="334155"/>
                </a:solidFill>
              </a:rPr>
              <a:t>Practice 1-time CNIC verification and instant simulated deposits using Raast, JazzCash, and EasyPaisa.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Target Audience: </a:t>
            </a:r>
            <a:r>
              <a:rPr sz="1350" b="0">
                <a:solidFill>
                  <a:srgbClr val="334155"/>
                </a:solidFill>
              </a:rPr>
              <a:t>Beginners, university students, and everyday Pakistanis looking for an easy entry into the stock market.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SLIDE 03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The Need &amp; Impact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Building financial awareness and confidence across the country.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•  Fighting Inflation: </a:t>
            </a:r>
            <a:r>
              <a:rPr sz="1400" b="0">
                <a:solidFill>
                  <a:srgbClr val="334155"/>
                </a:solidFill>
              </a:rPr>
              <a:t>Helps citizens learn how to beat inflation by investing in solid Pakistani companies instead of keeping cash idle.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Learning by Doing: </a:t>
            </a:r>
            <a:r>
              <a:rPr sz="1400" b="0">
                <a:solidFill>
                  <a:srgbClr val="334155"/>
                </a:solidFill>
              </a:rPr>
              <a:t>The fastest way to learn the stock market is by placing real orders on live moving charts.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More Investors for PSX: </a:t>
            </a:r>
            <a:r>
              <a:rPr sz="1400" b="0">
                <a:solidFill>
                  <a:srgbClr val="334155"/>
                </a:solidFill>
              </a:rPr>
              <a:t>Prepares everyday people with real skills and confidence so they can open real broker accounts in the future.</a:t>
            </a:r>
          </a:p>
          <a:p>
            <a:pPr>
              <a:spcBef>
                <a:spcPts val="1600"/>
              </a:spcBef>
              <a:defRPr sz="1400" b="1">
                <a:solidFill>
                  <a:srgbClr val="0F172A"/>
                </a:solidFill>
              </a:defRPr>
            </a:pPr>
            <a:r>
              <a:t>•  National Impact: </a:t>
            </a:r>
            <a:r>
              <a:rPr sz="1400" b="0">
                <a:solidFill>
                  <a:srgbClr val="334155"/>
                </a:solidFill>
              </a:rPr>
              <a:t>Brings financial literacy to millions of mobile users in Pakistan through an easy, accessible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SLIDE 04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Technology &amp; Innovation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Modern tech stack delivering smooth, fast, and real-time performance.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 b="1">
                <a:solidFill>
                  <a:srgbClr val="0F172A"/>
                </a:solidFill>
              </a:defRPr>
            </a:pPr>
            <a:r>
              <a:t>•  Flutter Mobile App: </a:t>
            </a:r>
            <a:r>
              <a:rPr sz="1350" b="0">
                <a:solidFill>
                  <a:srgbClr val="334155"/>
                </a:solidFill>
              </a:rPr>
              <a:t>Fast, smooth cross-platform app for Android with instant search, animated price ticks, and clean design.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FastAPI Python Backend: </a:t>
            </a:r>
            <a:r>
              <a:rPr sz="1350" b="0">
                <a:solidFill>
                  <a:srgbClr val="334155"/>
                </a:solidFill>
              </a:rPr>
              <a:t>High-speed backend server handling live market requests, orders, and user authentication.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Real PSX Market Engine: </a:t>
            </a:r>
            <a:r>
              <a:rPr sz="1350" b="0">
                <a:solidFill>
                  <a:srgbClr val="334155"/>
                </a:solidFill>
              </a:rPr>
              <a:t>Automatically fetches genuine stock quotes and candlestick charts directly from Yahoo Finance (.KA tickers).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AI Market Assistant: </a:t>
            </a:r>
            <a:r>
              <a:rPr sz="1350" b="0">
                <a:solidFill>
                  <a:srgbClr val="334155"/>
                </a:solidFill>
              </a:rPr>
              <a:t>Powered by Google Gemini to answer stock market questions and explain company terms in simple words.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Zero-Downtime Design: </a:t>
            </a:r>
            <a:r>
              <a:rPr sz="1350" b="0">
                <a:solidFill>
                  <a:srgbClr val="334155"/>
                </a:solidFill>
              </a:rPr>
              <a:t>The app works smoothly both online and offline without ever crashing or showing blank screens.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956A"/>
                </a:solidFill>
              </a:defRPr>
            </a:pPr>
            <a:r>
              <a:t>SLIDE 05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</a:defRPr>
            </a:pPr>
            <a:r>
              <a:t>Feasibility &amp; What We Have Built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 100% completed, fully functional, and tested project ready right now.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50" b="1">
                <a:solidFill>
                  <a:srgbClr val="0F172A"/>
                </a:solidFill>
              </a:defRPr>
            </a:pPr>
            <a:r>
              <a:t>•  Full Working Android App (APK): </a:t>
            </a:r>
            <a:r>
              <a:rPr sz="1350" b="0">
                <a:solidFill>
                  <a:srgbClr val="334155"/>
                </a:solidFill>
              </a:rPr>
              <a:t>Ready and compiled APK (53.6 MB) that installs on any Android phone.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Live Stocks &amp; Search: </a:t>
            </a:r>
            <a:r>
              <a:rPr sz="1350" b="0">
                <a:solidFill>
                  <a:srgbClr val="334155"/>
                </a:solidFill>
              </a:rPr>
              <a:t>31 real PSX stocks with live moving prices, depth charts, and search by name/symbol.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Real Buy &amp; Sell Trading: </a:t>
            </a:r>
            <a:r>
              <a:rPr sz="1350" b="0">
                <a:solidFill>
                  <a:srgbClr val="334155"/>
                </a:solidFill>
              </a:rPr>
              <a:t>Users can place Market and Limit orders, track portfolio profits, and view order history.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KYC &amp; Wallet System: </a:t>
            </a:r>
            <a:r>
              <a:rPr sz="1350" b="0">
                <a:solidFill>
                  <a:srgbClr val="334155"/>
                </a:solidFill>
              </a:rPr>
              <a:t>Complete CNIC verification flow and simulated deposits with Raast and JazzCash.</a:t>
            </a:r>
          </a:p>
          <a:p>
            <a:pPr>
              <a:spcBef>
                <a:spcPts val="1400"/>
              </a:spcBef>
              <a:defRPr sz="1350" b="1">
                <a:solidFill>
                  <a:srgbClr val="0F172A"/>
                </a:solidFill>
              </a:defRPr>
            </a:pPr>
            <a:r>
              <a:t>•  Tested &amp; Reliable: </a:t>
            </a:r>
            <a:r>
              <a:rPr sz="1350" b="0">
                <a:solidFill>
                  <a:srgbClr val="334155"/>
                </a:solidFill>
              </a:rPr>
              <a:t>18/18 automated tests passed with complete source code published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